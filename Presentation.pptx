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Predicting Diabetes Progression: Health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Decision-Maker Presentation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Analytics and Statistics Portfolio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Question and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Objective:</a:t>
            </a:r>
            <a:r>
              <a:rPr/>
              <a:t> Identify which baseline clinical characteristics can predict the rate of diabetes progression one year later.</a:t>
            </a:r>
          </a:p>
          <a:p>
            <a:pPr lvl="0"/>
            <a:r>
              <a:rPr b="1"/>
              <a:t>Sample:</a:t>
            </a:r>
            <a:r>
              <a:rPr/>
              <a:t> The analysis is based on real clinical measurements from a sample of 442 patients.</a:t>
            </a:r>
          </a:p>
          <a:p>
            <a:pPr lvl="0"/>
            <a:r>
              <a:rPr b="1"/>
              <a:t>Predictors:</a:t>
            </a:r>
            <a:r>
              <a:rPr/>
              <a:t> We examined demographic factors (age, sex), physical metrics (Body Mass Index - BMI), blood pressure (BP), and six specific blood serum measurements (s1-s6).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Patient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Disease progression shows significant variability among patients, with no drastic differences between sexes.</a:t>
            </a:r>
          </a:p>
          <a:p>
            <a:pPr lvl="0"/>
            <a:r>
              <a:rPr/>
              <a:t>Body Mass Index (BMI) follows a normal, symmetric distribution, providing a solid foundation for reliable statistical modeling.</a:t>
            </a:r>
          </a:p>
          <a:p>
            <a:pPr lvl="0"/>
            <a:r>
              <a:rPr/>
              <a:t>Blood pressure (BP) is mostly concentrated in normal ranges, with very few extreme values.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Distribution: Body Mass Index (BMI)</a:t>
            </a:r>
          </a:p>
        </p:txBody>
      </p:sp>
      <p:pic>
        <p:nvPicPr>
          <p:cNvPr descr="ΒΜΙ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55800" y="1193800"/>
            <a:ext cx="5219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Distribution of BMI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Drives Disease Progression?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 built a multiple regression model (using BMI, Blood Pressure, and serum s5) that successfully explains nearly 50% of the variance in diabetes progression.</a:t>
            </a:r>
          </a:p>
          <a:p>
            <a:pPr lvl="0"/>
            <a:r>
              <a:rPr b="1"/>
              <a:t>The dominant predictor:</a:t>
            </a:r>
            <a:r>
              <a:rPr/>
              <a:t> The blood serum measurement </a:t>
            </a:r>
            <a:r>
              <a:rPr b="1"/>
              <a:t>s5</a:t>
            </a:r>
            <a:r>
              <a:rPr/>
              <a:t> is by far the strongest predictive factor, overshadowing traditional metrics.</a:t>
            </a:r>
          </a:p>
          <a:p>
            <a:pPr lvl="0"/>
            <a:r>
              <a:rPr b="1"/>
              <a:t>Secondary factors:</a:t>
            </a:r>
            <a:r>
              <a:rPr/>
              <a:t> BMI and blood pressure also contribute to disease progression, but with a smaller practical impact compared to s5.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Predictor Relationships</a:t>
            </a:r>
          </a:p>
        </p:txBody>
      </p:sp>
      <p:pic>
        <p:nvPicPr>
          <p:cNvPr descr="Correlation%20Heat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55800" y="1193800"/>
            <a:ext cx="5219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Correlation Heatmap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Implications for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Patients presenting with an elevated BMI and, crucially, high s5 serum levels belong to a </a:t>
            </a:r>
            <a:r>
              <a:rPr b="1"/>
              <a:t>very high-risk group</a:t>
            </a:r>
            <a:r>
              <a:rPr/>
              <a:t> for rapid clinical deterioration over the next 12 months.</a:t>
            </a:r>
          </a:p>
          <a:p>
            <a:pPr lvl="0"/>
            <a:r>
              <a:rPr/>
              <a:t>Even minor increases in the s5 index translate to a rapid, tangible spike in the disease progression measure.</a:t>
            </a:r>
          </a:p>
          <a:p>
            <a:pPr lvl="0"/>
            <a:r>
              <a:rPr b="1"/>
              <a:t>Strategic Action:</a:t>
            </a:r>
            <a:r>
              <a:rPr/>
              <a:t> Strict and frequent monitoring of the s5 index and body weight is the most critical tool for early patient prioritization.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Progression vs. Serum s5</a:t>
            </a:r>
          </a:p>
        </p:txBody>
      </p:sp>
      <p:pic>
        <p:nvPicPr>
          <p:cNvPr descr="s5_scatter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68500" y="1193800"/>
            <a:ext cx="5219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Progression versus s5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Missing? (Uncertainty &amp; Limitations)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Despite the strong predictive power of our predictors, more than 50% of the disease progression remains unexplained by the model (unexplained variance).</a:t>
            </a:r>
          </a:p>
          <a:p>
            <a:pPr lvl="0"/>
            <a:r>
              <a:rPr b="1"/>
              <a:t>Main Limitation:</a:t>
            </a:r>
            <a:r>
              <a:rPr/>
              <a:t> Our analysis completely lacks critical lifestyle data (dietary habits, physical activity levels) and genetic/family history information.</a:t>
            </a:r>
          </a:p>
          <a:p>
            <a:pPr lvl="0"/>
            <a:r>
              <a:rPr/>
              <a:t>These missing confounding factors likely influence both the patients’ baseline metrics (like BMI) and their diabetes progression simultaneously.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Unexplained Variance (Model Residuals)</a:t>
            </a:r>
          </a:p>
        </p:txBody>
      </p:sp>
      <p:pic>
        <p:nvPicPr>
          <p:cNvPr descr="residuals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68500" y="1193800"/>
            <a:ext cx="5219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Residuals versus fitted values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Conclusions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Supported Claims:</a:t>
            </a:r>
            <a:r>
              <a:rPr/>
              <a:t> BMI and the s5 index are excellent, reliable early-warning tools. Healthcare administration can use them immediately to identify and prioritize vulnerable patients.</a:t>
            </a:r>
          </a:p>
          <a:p>
            <a:pPr lvl="0"/>
            <a:r>
              <a:rPr b="1"/>
              <a:t>Beyond the Evidence:</a:t>
            </a:r>
            <a:r>
              <a:rPr/>
              <a:t> This research is strictly observational, not experimental. It does not prove causation. We cannot guarantee that a targeted clinical intervention simply reducing a patient’s BMI or s5 will automatically halt or cure the progression of their diabetes.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Diabetes Progression: Health Data Analysis</dc:title>
  <dc:creator>Decision-Maker Presentation</dc:creator>
  <cp:keywords/>
  <dcterms:created xsi:type="dcterms:W3CDTF">2026-10-04T13:08:36Z</dcterms:created>
  <dcterms:modified xsi:type="dcterms:W3CDTF">2026-10-04T13:08:36Z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Data Analytics and Statistics Portfolio</vt:lpwstr>
  </property>
  <property fmtid="{D5CDD505-2E9C-101B-9397-08002B2CF9AE}" pid="3" name="output">
    <vt:lpwstr>powerpoint_presentation</vt:lpwstr>
  </property>
</Properties>
</file>